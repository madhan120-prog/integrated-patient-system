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research problem, not a product pitch — the audience is Dr. Dasgupta, not a hospital.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Concrete, already-observed failures land far better than abstract risk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slide: three months is tight, but this isn't a from-scratch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slide — direct bridge to Dr. Dasgupta's self/non-self AIS framing, applied to LLM output safety instead of network intrusion.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Advisors want to see how you'll know it worked, not just that you built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Tight but concrete beats ambitious but vague — walk through each phase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actually asking him this — fastest way to get the real answer instead of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868680"/>
            <a:ext cx="1005840" cy="10058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11201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and Anomaly Detection</a:t>
            </a:r>
            <a:endParaRPr lang="en-US" sz="38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Clinical AI Assistant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41605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Computer Science Project Proposal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47091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Madhan Kumar Tammineni  ·  Advised by Dr. Dipankar Dasgupta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University of Memphis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over unified patient data introduces new failure modes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EF4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002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013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claimed metastasis detected; the actual MRI read “no residual tumor.”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81928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EF4FA"/>
          </a:solidFill>
          <a:ln/>
        </p:spPr>
      </p:sp>
      <p:sp>
        <p:nvSpPr>
          <p:cNvPr id="9" name="Shape 6"/>
          <p:cNvSpPr/>
          <p:nvPr/>
        </p:nvSpPr>
        <p:spPr>
          <a:xfrm>
            <a:off x="6510528" y="182880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978" y="20002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33488" y="18013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Cross-patient leakage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56248" y="25603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could surface one patient's data in another's answer, unguarded.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EF4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02336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19481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9959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14400" y="4754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 text can itself be read as an instruction to the model.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81928" y="37947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EF4FA"/>
          </a:solidFill>
          <a:ln/>
        </p:spPr>
      </p:sp>
      <p:sp>
        <p:nvSpPr>
          <p:cNvPr id="19" name="Shape 14"/>
          <p:cNvSpPr/>
          <p:nvPr/>
        </p:nvSpPr>
        <p:spPr>
          <a:xfrm>
            <a:off x="6510528" y="402336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78" y="419481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33488" y="39959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556248" y="4754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the model itself called “mild” was labeled CRITICAL.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real, observed failures from live testing — not hypothetical risks.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starting from zero — a working system already in place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14400" y="2194560"/>
            <a:ext cx="1005840" cy="10058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18" y="24560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337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Six-department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integration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3154680" y="2194560"/>
            <a:ext cx="1005840" cy="10058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198" y="2456078"/>
            <a:ext cx="482803" cy="482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97480" y="3337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clinical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(DocAssist)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394960" y="2194560"/>
            <a:ext cx="1005840" cy="10058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478" y="2456078"/>
            <a:ext cx="482803" cy="4828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37760" y="3337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guardrails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safety checks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635240" y="2194560"/>
            <a:ext cx="1005840" cy="10058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758" y="2456078"/>
            <a:ext cx="482803" cy="4828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78040" y="3337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9875520" y="2194560"/>
            <a:ext cx="1005840" cy="10058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7038" y="2456078"/>
            <a:ext cx="482803" cy="48280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418320" y="3337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or cloud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1097280" y="484632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shipped versions (V1–V4), production-style architecture,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live-tested against real failure cases — this proposal builds on that foundation.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the guardrail layer as a self / non-self problem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501488" y="2331720"/>
            <a:ext cx="1188720" cy="118872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2442" y="2652674"/>
            <a:ext cx="546811" cy="546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81448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463040" y="2011680"/>
            <a:ext cx="1371600" cy="13716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2368296"/>
            <a:ext cx="658368" cy="6583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48640" y="3977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correct answers — safe to show a clinician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354312" y="2011680"/>
            <a:ext cx="1371600" cy="13716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2368296"/>
            <a:ext cx="658368" cy="6583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39912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Non-self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8229600" y="3977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Hallucinated, leaked, injected, or mislabeled — flagged before it's shown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2834640" y="2697480"/>
            <a:ext cx="2666848" cy="228600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 flipV="1">
            <a:off x="6690208" y="2697480"/>
            <a:ext cx="2664104" cy="228600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6" name="Text 11"/>
          <p:cNvSpPr/>
          <p:nvPr/>
        </p:nvSpPr>
        <p:spPr>
          <a:xfrm>
            <a:off x="914400" y="525780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contribution: formalize the four failure modes into a taxonomy, then design and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detectors that classify every AI-generated answer as self or non-self before it reaches the clinician.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and how success will be measured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05840" y="1920240"/>
            <a:ext cx="1097280" cy="10972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133" y="2205533"/>
            <a:ext cx="526694" cy="526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taxonomy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four observed failure modes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52928" y="2331720"/>
            <a:ext cx="329184" cy="274320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8" name="Shape 5"/>
          <p:cNvSpPr/>
          <p:nvPr/>
        </p:nvSpPr>
        <p:spPr>
          <a:xfrm>
            <a:off x="3931920" y="1920240"/>
            <a:ext cx="1097280" cy="10972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213" y="2205533"/>
            <a:ext cx="526694" cy="5266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0896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detection approach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10896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related anomaly-detection work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779008" y="2331720"/>
            <a:ext cx="329184" cy="274320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0" y="1920240"/>
            <a:ext cx="1097280" cy="10972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93" y="2205533"/>
            <a:ext cx="526694" cy="526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integrate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03504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existing guardrail layer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705088" y="2331720"/>
            <a:ext cx="329184" cy="274320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8" name="Shape 13"/>
          <p:cNvSpPr/>
          <p:nvPr/>
        </p:nvSpPr>
        <p:spPr>
          <a:xfrm>
            <a:off x="9784080" y="1920240"/>
            <a:ext cx="1097280" cy="109728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373" y="2205533"/>
            <a:ext cx="526694" cy="526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6112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96112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Precision/recall on seeded test cases, before vs. after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isn't “we added a check” — it's a measured before/after on real seeded failure cases.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months to defense — phased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&amp; ground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on AI safety / anomaly detection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failure taxonomy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evaluation metrics &amp; test cases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1737360"/>
            <a:ext cx="256032" cy="219456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8" name="Shape 6"/>
          <p:cNvSpPr/>
          <p:nvPr/>
        </p:nvSpPr>
        <p:spPr>
          <a:xfrm>
            <a:off x="4453128" y="155448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4453128" y="1554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4–8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53128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integrate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8346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detection approach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into the guardrail layer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evaluation pass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737360"/>
            <a:ext cx="256032" cy="219456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13" name="Shape 11"/>
          <p:cNvSpPr/>
          <p:nvPr/>
        </p:nvSpPr>
        <p:spPr>
          <a:xfrm>
            <a:off x="8266176" y="155448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EF6351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554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9–12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66176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defend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03336" y="28346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evaluation, before vs. after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COMP 7980 report</a:t>
            </a:r>
            <a:endParaRPr lang="en-US" sz="1250" dirty="0"/>
          </a:p>
          <a:p>
            <a:pPr algn="l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&amp; deliver final defense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— and what I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63040" y="1828800"/>
            <a:ext cx="914400" cy="9144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06654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system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— six-department integration + DocAssist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51960" y="1828800"/>
            <a:ext cx="914400" cy="9144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0665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7472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precision/recall on the detection layer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040880" y="1828800"/>
            <a:ext cx="914400" cy="9144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206654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364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report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26364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7980 deliverable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9829800" y="1828800"/>
            <a:ext cx="914400" cy="9144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544" y="2066544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5256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905256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at semester's end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1371600" y="4617720"/>
            <a:ext cx="9448495" cy="914"/>
          </a:xfrm>
          <a:prstGeom prst="line">
            <a:avLst/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188720" y="502920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F63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open question for you: what format do you want for the COMP 7980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F63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and defense — so I can plan the last month around it?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2026-08-28T05:06:18Z</dcterms:created>
  <dcterms:modified xsi:type="dcterms:W3CDTF">2026-08-28T05:06:18Z</dcterms:modified>
</cp:coreProperties>
</file>